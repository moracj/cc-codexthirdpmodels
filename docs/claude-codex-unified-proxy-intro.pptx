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93776"/>
            <a:ext cx="64008" cy="64008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5120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Code + Codex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1572768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统一代理接入复盘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Claude 的本机 HTTPS 代理扩展为统一兼容层：Claude 保留槽位映射，Codex 使用真实模型名与 profiles。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804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CB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最终状态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49640" y="1353312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Claude / Codex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共用 38443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一个证书链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一个运行入口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549640" y="3401568"/>
            <a:ext cx="2468880" cy="10973"/>
          </a:xfrm>
          <a:prstGeom prst="rect">
            <a:avLst/>
          </a:prstGeom>
          <a:solidFill>
            <a:srgbClr val="315363"/>
          </a:solidFill>
          <a:ln w="12700">
            <a:solidFill>
              <a:srgbClr val="3153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37124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8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2026-05-14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7D8D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Handoff 分享版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4846320"/>
            <a:ext cx="1920240" cy="713232"/>
          </a:xfrm>
          <a:prstGeom prst="rect">
            <a:avLst/>
          </a:prstGeom>
          <a:solidFill>
            <a:srgbClr val="EAF5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4846320"/>
            <a:ext cx="45720" cy="7132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29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入口统一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413248"/>
            <a:ext cx="153619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https://127.0.0.1:38443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4846320"/>
            <a:ext cx="1920240" cy="713232"/>
          </a:xfrm>
          <a:prstGeom prst="rect">
            <a:avLst/>
          </a:prstGeom>
          <a:solidFill>
            <a:srgbClr val="EAF5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4846320"/>
            <a:ext cx="45720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5029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协议转换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35808" y="5413248"/>
            <a:ext cx="153619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Responses -&gt; Chat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38928" y="4846320"/>
            <a:ext cx="1920240" cy="713232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4846320"/>
            <a:ext cx="45720" cy="71323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50292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多模型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0096" y="5413248"/>
            <a:ext cx="1536192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profiles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local proxy overview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A N D O F F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这次交接的核心结论。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 handoff 的 Claude-only 成功经验仍然有效，但现在入口、验证和模型策略已经扩展到 Codex。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4617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59152"/>
            <a:ext cx="45720" cy="118872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5420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只留一个本机入口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29260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Desktop、Claude CLI、Codex CLI/App 都经由 38443 进入本机 HTTPS 代理。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2359152"/>
            <a:ext cx="4617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44768" y="2359152"/>
            <a:ext cx="45720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25420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槽位继续映射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5936" y="29260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/ Sonnet / Haiku 保留给 Claude 侧兼容，代理映射到真实 Ark 模型。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4187952"/>
            <a:ext cx="4617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187952"/>
            <a:ext cx="45720" cy="118872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370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用真实模型名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" y="47548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doubao、kimi、glm 直接写进 profile，切换更清楚，避免再做一层假名。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4187952"/>
            <a:ext cx="4617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4187952"/>
            <a:ext cx="45720" cy="11887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3708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验证看行为信号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4754880"/>
            <a:ext cx="4233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health、日志 200、profile 回复、tool call 可用，比 UI 里的模型显示更可靠。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summary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 C H I T E C T U R 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从两个代理，收敛成一个兼容层。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96012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2084832"/>
            <a:ext cx="43708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395728"/>
            <a:ext cx="1627632" cy="804672"/>
          </a:xfrm>
          <a:prstGeom prst="rect">
            <a:avLst/>
          </a:prstGeom>
          <a:solidFill>
            <a:srgbClr val="EAF5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395728"/>
            <a:ext cx="45720" cy="80467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5786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962656"/>
            <a:ext cx="1243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38443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/api/coding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52928" y="2395728"/>
            <a:ext cx="1627632" cy="804672"/>
          </a:xfrm>
          <a:prstGeom prst="rect">
            <a:avLst/>
          </a:prstGeom>
          <a:solidFill>
            <a:srgbClr val="FCEEEE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52928" y="2395728"/>
            <a:ext cx="45720" cy="804672"/>
          </a:xfrm>
          <a:prstGeom prst="rect">
            <a:avLst/>
          </a:prstGeom>
          <a:solidFill>
            <a:srgbClr val="C94A4A"/>
          </a:solidFill>
          <a:ln w="12700">
            <a:solidFill>
              <a:srgbClr val="C94A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57860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54096" y="2962656"/>
            <a:ext cx="12435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38444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/api/coding/v3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36758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两个进程、两个 LaunchAgent、两套日志和健康检查。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排障时容易先确认错对象。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80176" y="2084832"/>
            <a:ext cx="437083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395728"/>
            <a:ext cx="3337560" cy="896112"/>
          </a:xfrm>
          <a:prstGeom prst="rect">
            <a:avLst/>
          </a:prstGeom>
          <a:solidFill>
            <a:srgbClr val="EAF5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395728"/>
            <a:ext cx="45720" cy="8961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2578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claude-local-proxy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2962656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https://127.0.0.1:38443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3694176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一个进程托管两类协议：Claude 透传 + 槽位映射，Codex Responses 转 Chat Completions。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57800" y="3429000"/>
            <a:ext cx="356616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331927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01568" y="5440680"/>
            <a:ext cx="5394960" cy="31089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5513832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保留旧 38444 文件作回滚参考，但当前不监听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and after architecture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O U T I N 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统一代理按路径分流，而不是按工具分流。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4572000" y="2560320"/>
            <a:ext cx="3017520" cy="987552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8032" y="28163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claude-local-proxy/server.js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79392" y="3730752"/>
            <a:ext cx="3675888" cy="31089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98264" y="3803904"/>
            <a:ext cx="3438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B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LaunchAgent: com.cj.claude-local-https-proxy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755648"/>
            <a:ext cx="29443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755648"/>
            <a:ext cx="45720" cy="87782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38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Desktop / CLI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50976" y="23225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/v1/messages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/v1/messages/count_tokens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" y="3877056"/>
            <a:ext cx="294436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877056"/>
            <a:ext cx="45720" cy="87782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40599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CLI / App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44439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POST /v1/responses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94192" y="1755648"/>
            <a:ext cx="2926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755648"/>
            <a:ext cx="45720" cy="87782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19385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 coding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2322576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https://.../api/coding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94192" y="3877056"/>
            <a:ext cx="29260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94192" y="3877056"/>
            <a:ext cx="45720" cy="87782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 coding v3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0" y="444398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https://.../api/coding/v3/chat/completions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30752" y="2249424"/>
            <a:ext cx="566928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13969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44384" y="2249424"/>
            <a:ext cx="493776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139696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30752" y="4370832"/>
            <a:ext cx="566928" cy="2286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426110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44384" y="4370832"/>
            <a:ext cx="493776" cy="2286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426110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344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分支：透传请求头与 body，只替换模型名。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80560" y="47731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分支：解析 Responses API，再组装 Chat Completions 请求。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Path-based routing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R A N S L A T I O 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的关键是 Responses API 兼容。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59105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统一代理没有要求 Ark 原生支持 Responses API，而是在本机完成最小协议桥接。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487168"/>
            <a:ext cx="18105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input / instructions / tools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532888" y="3218688"/>
            <a:ext cx="182880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10896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18105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56432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转换消息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90672" y="3182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developer -&gt; system</a:t>
            </a:r>
            <a:endParaRPr lang="en-US" sz="970" dirty="0"/>
          </a:p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function_call_output -&gt; tool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4800600" y="3218688"/>
            <a:ext cx="182880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10896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93792" y="2487168"/>
            <a:ext cx="18105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24144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转换工具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58384" y="3182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Responses tools -&gt; chat tools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7068312" y="3218688"/>
            <a:ext cx="182880" cy="2286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87184" y="310896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61504" y="2487168"/>
            <a:ext cx="1810512" cy="1572768"/>
          </a:xfrm>
          <a:prstGeom prst="rect">
            <a:avLst/>
          </a:prstGeom>
          <a:solidFill>
            <a:srgbClr val="F7EFE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991856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请求上游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26096" y="3182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/chat/completions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336024" y="3218688"/>
            <a:ext cx="182880" cy="22860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54896" y="310896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1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29216" y="2487168"/>
            <a:ext cx="181051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93808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25956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还原响应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93808" y="3182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message / function_call / usage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2322576" y="5102352"/>
            <a:ext cx="7406640" cy="31089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41448" y="5175504"/>
            <a:ext cx="7168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当前验证：Codex 默认模型、三个 profile、tool call 均可用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Responses API bridge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O D E L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模型策略：Claude 映射，Codex 直连真实模型名。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87452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105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441448" y="1737360"/>
            <a:ext cx="274320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客户端模型名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184648" y="1737360"/>
            <a:ext cx="278892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81051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代理/上游模型名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973568" y="1737360"/>
            <a:ext cx="2834640" cy="512064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81051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66928" y="2249424"/>
            <a:ext cx="18745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2257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2441448" y="2249424"/>
            <a:ext cx="27432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32257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claude-opus-4-6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184648" y="2249424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322576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973568" y="2249424"/>
            <a:ext cx="2834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32257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高质量推理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566928" y="2761488"/>
            <a:ext cx="18745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3464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441448" y="2761488"/>
            <a:ext cx="274320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283464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claude-sonnet-4-6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5184648" y="2761488"/>
            <a:ext cx="27889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83464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973568" y="2761488"/>
            <a:ext cx="2834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283464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默认主力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66928" y="3273552"/>
            <a:ext cx="18745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346704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441448" y="3273552"/>
            <a:ext cx="27432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3346704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claude-haiku-4-5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184648" y="3273552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346704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7973568" y="3273552"/>
            <a:ext cx="2834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3346704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快速任务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66928" y="3785616"/>
            <a:ext cx="18745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858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ark-doubao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2441448" y="3785616"/>
            <a:ext cx="274320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14600" y="385876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184648" y="3785616"/>
            <a:ext cx="27889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85876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973568" y="3785616"/>
            <a:ext cx="2834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0" y="3858768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默认/快速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566928" y="4297680"/>
            <a:ext cx="18745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3708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ark-kimi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2441448" y="4297680"/>
            <a:ext cx="274320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437083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5184648" y="4297680"/>
            <a:ext cx="278892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4370832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kimi-k2.6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7973568" y="4297680"/>
            <a:ext cx="2834640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437083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复杂编码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566928" y="4809744"/>
            <a:ext cx="18745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882896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ark-glm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2441448" y="4809744"/>
            <a:ext cx="274320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14600" y="4882896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184648" y="4809744"/>
            <a:ext cx="278892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4882896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glm-5.1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973568" y="4809744"/>
            <a:ext cx="2834640" cy="512064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0" y="4882896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高质量推理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822960" y="553212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建议：Codex 没必要模仿 Claude 的槽位名，真实模型名更利于排障、日志阅读和 profile 切换。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strategy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O D E X   C O N F I 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Codex 用 provider + profiles 承载多模型。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58368" y="1755648"/>
            <a:ext cx="5815584" cy="3456432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066544"/>
            <a:ext cx="51937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model_provider = "ark-coding"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= "doubao-seed-2.0-pro"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[model_providers.ark-coding]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wire_api = "responses"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base_url = "https://127.0.0.1:38443/v1"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requires_openai_auth = true</a:t>
            </a:r>
            <a:endParaRPr lang="en-US" sz="1140" dirty="0"/>
          </a:p>
          <a:p>
            <a:pPr algn="l" indent="0" marL="0">
              <a:buNone/>
            </a:pP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[profiles.ark-kimi]</a:t>
            </a:r>
            <a:endParaRPr lang="en-US" sz="1140" dirty="0"/>
          </a:p>
          <a:p>
            <a:pPr algn="l" indent="0" marL="0">
              <a:buNone/>
            </a:pPr>
            <a:r>
              <a:rPr lang="en-US" sz="114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 = "kimi-k2.6"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7004304" y="1865376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4" y="1865376"/>
            <a:ext cx="45720" cy="786384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5472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默认模型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05472" y="2432304"/>
            <a:ext cx="3456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doubao-seed-2.0-pro，medium reasoning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04304" y="2907792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4" y="2907792"/>
            <a:ext cx="45720" cy="7863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05472" y="3090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profile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05472" y="3474720"/>
            <a:ext cx="3456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ark-kimi -&gt; kimi-k2.6，high reasoning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04304" y="3950208"/>
            <a:ext cx="3840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3950208"/>
            <a:ext cx="45720" cy="786384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4133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 profile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05472" y="4517136"/>
            <a:ext cx="345643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ark-glm -&gt; glm-5.1，high reasoning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01952" y="5650992"/>
            <a:ext cx="8183880" cy="31089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5724144"/>
            <a:ext cx="7946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6B8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切换命令：codex -p ark-doubao / ark-kimi / ark-glm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provider profiles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E R I F I C A T I O 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验收矩阵已经覆盖入口、模型与工具调用。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1664208"/>
            <a:ext cx="2103120" cy="53035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3736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检查项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2788920" y="1664208"/>
            <a:ext cx="6766560" cy="53035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737360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成功信号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9555480" y="1664208"/>
            <a:ext cx="1143000" cy="530352"/>
          </a:xfrm>
          <a:prstGeom prst="rect">
            <a:avLst/>
          </a:prstGeom>
          <a:solidFill>
            <a:srgbClr val="EAF5F7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8632" y="1737360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5800" y="2194560"/>
            <a:ext cx="2103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26771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2788920" y="2194560"/>
            <a:ext cx="6766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267712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lsof 显示 127.0.0.1:38443 LISTEN；38444 不监听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9555480" y="2194560"/>
            <a:ext cx="1143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2267712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85800" y="2724912"/>
            <a:ext cx="210312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798064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健康检查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788920" y="2724912"/>
            <a:ext cx="676656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2798064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curl -sk https://127.0.0.1:38443/health 返回 ok + upstream 信息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555480" y="2724912"/>
            <a:ext cx="114300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8632" y="2798064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85800" y="3255264"/>
            <a:ext cx="2103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33284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2788920" y="3255264"/>
            <a:ext cx="6766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3328416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/v1/messages 200；日志出现 claude-haiku-4-5 -&gt; doubao-seed-2.0-pro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555480" y="3255264"/>
            <a:ext cx="1143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28632" y="3328416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85800" y="3785616"/>
            <a:ext cx="210312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858768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默认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2788920" y="3785616"/>
            <a:ext cx="676656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2072" y="3858768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doubao-seed-2.0-pro 可正常回复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9555480" y="3785616"/>
            <a:ext cx="114300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28632" y="3858768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85800" y="4315968"/>
            <a:ext cx="210312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" y="4389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profiles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2788920" y="4315968"/>
            <a:ext cx="676656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4389120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ark-doubao / ark-kimi / ark-glm 均可用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9555480" y="4315968"/>
            <a:ext cx="1143000" cy="530352"/>
          </a:xfrm>
          <a:prstGeom prst="rect">
            <a:avLst/>
          </a:prstGeom>
          <a:solidFill>
            <a:srgbClr val="FFFFFF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28632" y="4389120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85800" y="4846320"/>
            <a:ext cx="210312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" y="4919472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call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2788920" y="4846320"/>
            <a:ext cx="676656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62072" y="4919472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pwd 等工具调用闭环成功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9555480" y="4846320"/>
            <a:ext cx="1143000" cy="530352"/>
          </a:xfrm>
          <a:prstGeom prst="rect">
            <a:avLst/>
          </a:prstGeom>
          <a:solidFill>
            <a:srgbClr val="F2F7F9"/>
          </a:solidFill>
          <a:ln w="8890">
            <a:solidFill>
              <a:srgbClr val="D8E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28632" y="4919472"/>
            <a:ext cx="996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OK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matrix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 E R A T I O N 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运行手册关注四件事：进程、端口、日志、配置。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822960" y="1773936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65376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1810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LaunchAgent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8379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launchctl print / kickstart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432304"/>
            <a:ext cx="512064" cy="40233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25237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2768" y="24688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端口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4963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lsof -nP -iTCP:38443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090672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" y="31821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72768" y="31272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健康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3154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curl -sk /health /healthz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749040"/>
            <a:ext cx="512064" cy="402336"/>
          </a:xfrm>
          <a:prstGeom prst="rect">
            <a:avLst/>
          </a:prstGeom>
          <a:solidFill>
            <a:srgbClr val="EAF5F7"/>
          </a:solidFill>
          <a:ln w="12700">
            <a:solidFill>
              <a:srgbClr val="EAF5F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4048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6B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72768" y="37856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813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proxy.log / proxy.err.log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407408"/>
            <a:ext cx="512064" cy="402336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" y="449884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4443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447141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codex -p ark-kimi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9712" y="1773936"/>
            <a:ext cx="4261104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2011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排障优先级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50608" y="2542032"/>
            <a:ext cx="34015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health 是否通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38443 是否是唯一入口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请求是否进入正确分支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Authorization 是否由客户端提供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tool call 是否完成 Responses 往返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runbook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91440" cy="91440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931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E X 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0352" y="786384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0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下一步：把成功状态固化成可重复安装。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3154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828800"/>
            <a:ext cx="45720" cy="10789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11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同步源码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0976" y="239572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把远端合并后的 server.js 同步回材料仓库，避免文档和源码分叉。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1828800"/>
            <a:ext cx="3154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828800"/>
            <a:ext cx="45720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自动化验证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39572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 health、Claude mapping、Codex profiles、tool call 四类 smoke test。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4736" y="1828800"/>
            <a:ext cx="3154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74736" y="1828800"/>
            <a:ext cx="45720" cy="1078992"/>
          </a:xfrm>
          <a:prstGeom prst="rect">
            <a:avLst/>
          </a:prstGeom>
          <a:solidFill>
            <a:srgbClr val="D89135"/>
          </a:solidFill>
          <a:ln w="12700">
            <a:solidFill>
              <a:srgbClr val="D8913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011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0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安装脚本化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75904" y="2395728"/>
            <a:ext cx="2770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0717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证书、LaunchAgent、Claude config、Codex config、回滚备份一次性处理。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" y="3840480"/>
            <a:ext cx="10588752" cy="1207008"/>
          </a:xfrm>
          <a:prstGeom prst="rect">
            <a:avLst/>
          </a:prstGeom>
          <a:solidFill>
            <a:srgbClr val="0E2532"/>
          </a:solidFill>
          <a:ln w="12700">
            <a:solidFill>
              <a:srgbClr val="0E253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096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分享边界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0" y="4114800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7E6E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材料不包含真实 API key、SSH 密码或私钥；公开日志前先检查 authorization、cookie 与个人路径。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30352" y="6419088"/>
            <a:ext cx="11064240" cy="10973"/>
          </a:xfrm>
          <a:prstGeom prst="rect">
            <a:avLst/>
          </a:prstGeom>
          <a:solidFill>
            <a:srgbClr val="D8E2E8"/>
          </a:solidFill>
          <a:ln w="12700">
            <a:solidFill>
              <a:srgbClr val="D8E2E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actions and sharing boundary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064240" y="64739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071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+ Codex 统一代理接入复盘</dc:title>
  <dc:subject>Claude + Codex unified local proxy handoff</dc:subject>
  <dc:creator>CJ / Codex</dc:creator>
  <cp:lastModifiedBy>CJ / Codex</cp:lastModifiedBy>
  <cp:revision>1</cp:revision>
  <dcterms:created xsi:type="dcterms:W3CDTF">2026-05-14T08:10:09Z</dcterms:created>
  <dcterms:modified xsi:type="dcterms:W3CDTF">2026-05-14T08:10:09Z</dcterms:modified>
</cp:coreProperties>
</file>